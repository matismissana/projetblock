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286000"/>
            <a:ext cx="1645920" cy="1645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0604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6080" y="21945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BATTLESHIPS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2926080" y="3200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3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Bataille Navale décentralisée sur Ethereum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926080" y="3794760"/>
            <a:ext cx="109728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0" y="4023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Smart-contracts Solidity • Sécurité on-chain • DAO Aragon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Projet académique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 que nous allons couvrir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5029200" cy="86868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73736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828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057400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règles du jeu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029200" cy="86868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73736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1828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452360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DApp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2788920"/>
            <a:ext cx="5029200" cy="86868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2788920"/>
            <a:ext cx="7315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2880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2057400" y="2788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Smart-contract Battleships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09360" y="2788920"/>
            <a:ext cx="5029200" cy="86868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788920"/>
            <a:ext cx="73152" cy="8686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2880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4B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7452360" y="2788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vulnérabilités courantes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14400" y="3840480"/>
            <a:ext cx="5029200" cy="86868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3840480"/>
            <a:ext cx="73152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39319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2057400" y="3840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de développement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09360" y="3840480"/>
            <a:ext cx="5029200" cy="86868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0" y="3840480"/>
            <a:ext cx="7315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39319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7452360" y="3840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/ Filecoin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14400" y="4892040"/>
            <a:ext cx="5029200" cy="86868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4892040"/>
            <a:ext cx="73152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49834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2057400" y="4892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Aragon : gouvernance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09360" y="4892040"/>
            <a:ext cx="5029200" cy="86868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09360" y="4892040"/>
            <a:ext cx="7315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37960" y="49834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600" dirty="0"/>
          </a:p>
        </p:txBody>
      </p:sp>
      <p:sp>
        <p:nvSpPr>
          <p:cNvPr id="37" name="Text 34"/>
          <p:cNvSpPr/>
          <p:nvPr/>
        </p:nvSpPr>
        <p:spPr>
          <a:xfrm>
            <a:off x="7452360" y="4892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questions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Bataille navale 1v1 avec enjeu réel — sans tiers de confiance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problématique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Deux joueurs parient une somme et s'affrontent dans une partie de bataille navale.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Comment garantir que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perdant ne fuit pas avec le pot 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Aucun joueur ne déplace ses bateaux 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Personne ne ment lors des réponses 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joueur inactif ne bloque pas la partie 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554480"/>
            <a:ext cx="5120640" cy="4297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75120" y="24688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smart-contract Ethereum joue le rôle d'arbitre 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Bloque les enjeux jusqu'à la fin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Vérifie l'intégrité du placement (commit-reveal)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Détecte les tricheurs au reveal final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Gère un timeout en cas d'inactivité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Verse automatiquement les fonds au vainqueur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des règles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Maquette implémentée : grille 3×3, 1 bateau de 2 cases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du joueur (3×3)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463040" y="1828800"/>
            <a:ext cx="6400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630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03120" y="1828800"/>
            <a:ext cx="640080" cy="640080"/>
          </a:xfrm>
          <a:prstGeom prst="rect">
            <a:avLst/>
          </a:prstGeom>
          <a:solidFill>
            <a:srgbClr val="E3F2F7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solidFill>
            <a:srgbClr val="E3F2F7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463040" y="2468880"/>
            <a:ext cx="640080" cy="640080"/>
          </a:xfrm>
          <a:prstGeom prst="rect">
            <a:avLst/>
          </a:prstGeom>
          <a:solidFill>
            <a:srgbClr val="E3F2F7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630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103120" y="2468880"/>
            <a:ext cx="640080" cy="640080"/>
          </a:xfrm>
          <a:prstGeom prst="rect">
            <a:avLst/>
          </a:prstGeom>
          <a:solidFill>
            <a:srgbClr val="E3F2F7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3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" y="3108960"/>
            <a:ext cx="640080" cy="640080"/>
          </a:xfrm>
          <a:prstGeom prst="rect">
            <a:avLst/>
          </a:prstGeom>
          <a:solidFill>
            <a:srgbClr val="E3F2F7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463040" y="3108960"/>
            <a:ext cx="640080" cy="640080"/>
          </a:xfrm>
          <a:prstGeom prst="rect">
            <a:avLst/>
          </a:prstGeom>
          <a:solidFill>
            <a:srgbClr val="E3F2F7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630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103120" y="3108960"/>
            <a:ext cx="640080" cy="640080"/>
          </a:xfrm>
          <a:prstGeom prst="rect">
            <a:avLst/>
          </a:prstGeom>
          <a:solidFill>
            <a:srgbClr val="E3F2F7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031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2960" y="4023360"/>
            <a:ext cx="27432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8872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Bateau (2 cases)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1148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d'une partie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114800" y="20116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75488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secret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75488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Chaque joueur place son bateau ; un hash est publié on-chain.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114800" y="27889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475488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par tour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75488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L'invité commence. Chacun vise une case adverse.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114800" y="35661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14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475488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L'adversaire répond Manqué / Touché / Coulé.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114800" y="43434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475488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475488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touché, le même joueur rejoue. Si manqué, c'est à l'autre.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114800" y="51206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114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475488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Victoire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475488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Premier à couler tous les bateaux adverses → gagne le pot.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DApp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Web2 pour le matchmaking, Web3 pour le jeu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38328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19456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14400" y="35661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Ethers.js v5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MetaMask wallet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WebCrypto pour les sels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89120" y="1828800"/>
            <a:ext cx="3383280" cy="2926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194560"/>
            <a:ext cx="731520" cy="731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663440" y="35661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Node.js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WebSockets (matchmaking)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Pseudo + adresse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 de logique de jeu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138160" y="1828800"/>
            <a:ext cx="3383280" cy="2926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194560"/>
            <a:ext cx="731520" cy="7315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3816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8412480" y="35661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Ethereum (Hardhat local)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Battleships.sol (par partie)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BattleshipsBadges.sol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BattleshipsGovToken.sol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023360" y="3291840"/>
            <a:ext cx="365760" cy="0"/>
          </a:xfrm>
          <a:prstGeom prst="line">
            <a:avLst/>
          </a:prstGeom>
          <a:noFill/>
          <a:ln w="381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7772400" y="3291840"/>
            <a:ext cx="365760" cy="0"/>
          </a:xfrm>
          <a:prstGeom prst="line">
            <a:avLst/>
          </a:prstGeom>
          <a:noFill/>
          <a:ln w="381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0" name="Text 14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Point clé : </a:t>
            </a:r>
            <a:pPr indent="0" marL="0">
              <a:buNone/>
            </a:pPr>
            <a:r>
              <a:rPr lang="en-US" sz="1300" i="1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backend est utile UNIQUEMENT pour le matchmaking. Une fois la partie démarrée, les joueurs interagissent directement avec le smart-contract.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à états du contrat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états, transitions contrôlées par les actions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37744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5B677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2240280"/>
            <a:ext cx="365760" cy="365760"/>
          </a:xfrm>
          <a:prstGeom prst="ellips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Contrat déployé,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attente du joueur 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17520" y="2834640"/>
            <a:ext cx="41148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29000" y="2011680"/>
            <a:ext cx="237744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224028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6616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2 commitments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déposés, jeu en cours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06440" y="2834640"/>
            <a:ext cx="41148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17920" y="2011680"/>
            <a:ext cx="237744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23760" y="224028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5508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de révélation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(victoire réclamée)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95360" y="2834640"/>
            <a:ext cx="41148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06840" y="2011680"/>
            <a:ext cx="237744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2A9D8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12680" y="2240280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068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14400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Partie terminée,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fonds distribués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926080" y="3886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joinGame()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49240" y="3886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claim*()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0" y="3886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payout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92608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attack() / respondToAttack() — boucle pendant la partie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clés du contrat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008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constructor(p2, commit1)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Déploiement par joueur 1 (commit + stake)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2648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joinGame(commit2)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Joueur 2 rejoint (commit + stake)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attack(cell) / respondToAttack(...)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Tour par tour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12648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claimVictory(bitmap, salt)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Reveal et paiement du vainqueur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claimVictoryByTimeout()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Anti-blocage en cas d'inactivité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mécanisme commit-reveal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Cœur cryptographique : cacher le placement, prouver à la fin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303520" cy="411480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91440" cy="41148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23774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placement des bateaux est l'information SECRÈTE du joueur.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Mais sur la blockchain 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Toutes les données sont publiques (même private)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Lisibles via les RPC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Brute-force trivial sur petite grille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Stocker en clair = donner les bateaux à l'adversaire.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17920" y="1554480"/>
            <a:ext cx="91440" cy="4114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commit-reveal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92240" y="23774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 — Commit (début de partie)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stocke uniquement :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keccak256(bitmap, salt)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 — Reveal (fin de partie)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joueur fournit bitmap + salt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contrat recalcule le hash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égal : OK, placement valide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Sinon : triche détectée → pas de paiement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2960" y="5852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bytes32 expected = keccak256(abi.encodePacked(_shipCellsBitmap, _salt));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Couverture exhaustive : déploiement, jeu, victoire, timeout, sécurité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4389120" cy="4297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116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 / 23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PASSANTS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377440" y="4023360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1605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Suite Mocha/Chai exécutée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 Ganache en mémoire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✓ ✓ ✓ ✓ ✓ ✓ ✓ ✓ ✓ ✓ 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✓ ✓ ✓ ✓ ✓ ✓ ✓ ✓ ✓ ✓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949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de tests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394960" y="2286000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34086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52160" y="2240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&amp; setup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96696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tests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394960" y="2880360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293522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5216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la partie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966960" y="2834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tests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394960" y="3474720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3529584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5216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de la partie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96696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tests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394960" y="4069080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412394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52160" y="4023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Victoire &amp; paiement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966960" y="4023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tests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5394960" y="4663440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4718304"/>
            <a:ext cx="210312" cy="2103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85216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&amp; inactivité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9966960" y="4617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tests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5394960" y="5257800"/>
            <a:ext cx="320040" cy="320040"/>
          </a:xfrm>
          <a:prstGeom prst="ellipse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824" y="5312664"/>
            <a:ext cx="210312" cy="2103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852160" y="5212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(non-joueurs)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9966960" y="5212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tests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C84B31">
              <a:alpha val="20000"/>
            </a:srgbClr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3200400"/>
            <a:ext cx="6400800" cy="64008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F4A2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on-chain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3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vulnérabilités critiques • 5 bonnes pratiques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4297680"/>
            <a:ext cx="9144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 attaque réussie = des millions de dollars envolés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 #1 — Reentrancy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piège classique de l'appel externe avant la mise à jour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508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 réel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DAO Hack (2016) — 60 M$ volés → fork Ethereum / Ethereum Classic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2331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VULNÉRABLE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2697480"/>
            <a:ext cx="5303520" cy="30175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278892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withdraw() external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uint256 bal = balances[msg.sender];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require(bal &gt; 0, "No balance");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.call AVANT mise à jour 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(bool ok,) = msg.sender.call{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bal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}("");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require(ok, "Transfer failed");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balances[msg.sender] = 0; // TROP TARD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217920" y="2331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17920" y="269748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 Le call envoie ETH au receive() de l'attaquant.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 Ce receive() rappelle withdraw() avant balance = 0.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 require(bal &gt; 0) repasse — balance non mise à jour.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4. Boucle récursive : le contrat est drainé.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9D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Correctifs 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 Check-Effects-Interactions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OpenZeppelin ReentrancyGuard (mutex)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Mettre à jour AVANT le call externe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#2 à #5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Tour d'horizon des autres attaques classiques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49240" cy="219456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91640"/>
            <a:ext cx="73152" cy="21945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166360" y="1874520"/>
            <a:ext cx="548640" cy="548640"/>
          </a:xfrm>
          <a:prstGeom prst="ellipse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19842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3774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Overflow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14400" y="2788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 réel : </a:t>
            </a:r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BeautyChain 2018 (trillions de tokens créés)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14400" y="31546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uint256(0) - 1 = 2²⁵⁶ - 1 en Solidity ≤ 0.7. Solution : 0.8.x reverte automatiquement.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691640"/>
            <a:ext cx="5349240" cy="219456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691640"/>
            <a:ext cx="73152" cy="21945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4652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10698480" y="1874520"/>
            <a:ext cx="548640" cy="548640"/>
          </a:xfrm>
          <a:prstGeom prst="ellipse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19842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3774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tx.origin Auth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46520" y="2788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 réel : </a:t>
            </a:r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Phishing via faux airdrops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46520" y="31546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tx.origin = EOA initial. Un contrat malveillant rappelle l'auth ; tx.origin reste la victime.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069080"/>
            <a:ext cx="5349240" cy="219456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" y="4069080"/>
            <a:ext cx="73152" cy="21945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#4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5166360" y="4251960"/>
            <a:ext cx="548640" cy="548640"/>
          </a:xfrm>
          <a:prstGeom prst="ellipse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436168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47548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Front-Running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14400" y="5166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 réel : </a:t>
            </a:r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MEV bots sur Uniswap (sandwich attacks)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14400" y="55321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mempool est public. Un bot copie la tx lucrative avec un gas price supérieur.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172200" y="4069080"/>
            <a:ext cx="5349240" cy="219456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172200" y="4069080"/>
            <a:ext cx="73152" cy="21945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4652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#5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10698480" y="4251960"/>
            <a:ext cx="548640" cy="548640"/>
          </a:xfrm>
          <a:prstGeom prst="ellipse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08" y="4361688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446520" y="47548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Delegatecall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6446520" y="5166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 réel : </a:t>
            </a:r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Parity Multisig 2017 — 153 000 ETH gelés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446520" y="55321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delegatecall exécute du code dans le storage de l'appelant. Collisions de slots = compromission.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de développement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réflexes systématiques sur tout smart-contract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554480" y="16733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Check-Effects-Interactions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54480" y="20574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Valider, MUTER l'état, PUIS appeler l'extérieur. Bloque toute réentrance.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554480" y="2542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Pull-Payment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54480" y="29260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L'utilisateur vient chercher son dû. Un receive() qui revert ne bloque plus les autres.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42900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554480" y="34107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AccessControl (rôles)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54480" y="3794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Granularité fine, révocable. OpenZeppelin AccessControl &gt; Ownable.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29768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554480" y="42793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54480" y="4663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Pausable : stopper les fonctions critiques le temps de patcher.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516636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166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1554480" y="51480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inputs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554480" y="5532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require() partout, bornes explicites, rejet address(0), boucles bornées.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l'application Web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Préconisations pour le frontend et le backend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3F2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91640"/>
            <a:ext cx="3657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85800" y="22860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Jamais demander la seed phrase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Vérifier le chainId avant chaque tx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Signer typedData pour le hors-chaîne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25112" y="169164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3F2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25112" y="1691640"/>
            <a:ext cx="3657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8105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28032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07992" y="22860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CSP stricte (script-src 'self')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Subresource Integrity (SRI)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 de eval / innerHTML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47304" y="169164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3F2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47304" y="1691640"/>
            <a:ext cx="3657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8105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50224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&amp; WS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30184" y="22860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 par signature (challenge nonce)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Rate-limiting (10 msgs/s)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CORS whitelist stricte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2920" y="384048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3F2F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02920" y="3840480"/>
            <a:ext cx="3657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5935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85800" y="4434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 chiffré en localStorage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Effacement post-partie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WebCrypto, jamais en clair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25112" y="384048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3F2F7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325112" y="3840480"/>
            <a:ext cx="3657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3959352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28032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CI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507992" y="4434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Slither + Mythril en CI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Couverture ≥ 90%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Fuzzing Foundry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47304" y="3840480"/>
            <a:ext cx="365760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3F2F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147304" y="3840480"/>
            <a:ext cx="3657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3959352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650224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check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8330184" y="4434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Relire la blockchain après tx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Afficher le gas estimé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Afficher les messages de revert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914400"/>
            <a:ext cx="5486400" cy="54864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1295C">
              <a:alpha val="50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F4A2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L'écosystème Web3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3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Stockage décentralisé • Gouvernance communautaire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23560" y="4572000"/>
            <a:ext cx="9144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et Filecoin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Stockage décentralisé pour les métadonnées NFT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39496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53949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733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9D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Avantages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Stockage immutable par CID (hash)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Coût quasi-nul vs 20 000 gas/octet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 pour NFT (ipfs://...)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Vérifiable cryptographiquement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 de persistance garantie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Besoin d'un pinning service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 chiffré par défaut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1554480"/>
            <a:ext cx="539496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17920" y="1554480"/>
            <a:ext cx="539496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7335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FILECOIN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492240" y="228600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9D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Avantages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Persistance garantie par contrat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Marché ouvert → prix compétitifs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Compatible IPFS (mêmes CIDs)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Adapté aux gros volumes (TB+)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Complexité des deals à gérer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Récupération parfois lente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Volatilité du prix FIL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129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Pour Battleships : </a:t>
            </a:r>
            <a:pPr indent="0" marL="0">
              <a:buNone/>
            </a:pPr>
            <a:r>
              <a:rPr lang="en-US" sz="1200" i="1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IPFS via Pinata suffit pour les métadonnées de badges (quelques Ko). Filecoin deviendrait utile si on archivait les replays de toutes les parties.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DAO, qu'est-ce que c'est 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Organisation Autonome Décentralisée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 DAO </a:t>
            </a:r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 une organisation dont les règles sont encodées dans des smart-contracts. Les décisions sont prises par vote des détenteurs de tokens de gouvernance ; l'exécution est automatique.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260604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31620" y="301752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154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4526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Votes, transactions et propositions sont publics et auditables.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410712" y="2651760"/>
            <a:ext cx="260604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02252" y="301752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132" y="3154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10712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93592" y="4526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utilisateurs deviennent parties prenantes du projet.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81344" y="2651760"/>
            <a:ext cx="260604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72884" y="301752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64" y="31546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81344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partagée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364224" y="4526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 un seul fondateur qui contrôle les fonds.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951976" y="2651760"/>
            <a:ext cx="260604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843516" y="301752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6396" y="31546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51976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134856" y="4526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DAO survit aux départs/arrivées de membres.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Aragon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DAO : token de gouvernance + plugin Token Voting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Aragon OSx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5486400" cy="68580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1945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130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Contract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404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Trésorerie + exécution d'actions arbitraires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834640"/>
            <a:ext cx="5486400" cy="68580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Token Voting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3182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Branché sur BSGOV token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611880"/>
            <a:ext cx="5486400" cy="685800"/>
          </a:xfrm>
          <a:prstGeom prst="rect">
            <a:avLst/>
          </a:prstGeom>
          <a:solidFill>
            <a:srgbClr val="E3F2F7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3685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app.aragon.org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3959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Déploiement et gestion des propositions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de gouvernance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400800" y="2057400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Quorum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784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4 %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Approbation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78408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50 % + 1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0" y="3154680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Durée de vote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7840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jours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0" y="3703320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Timelock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78408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jours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400800" y="4251960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2F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supply max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78408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 BSGOV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BattleshipsGovToken (ERC20Votes)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intègre nativement la délégation de vote et l'historique de voting power — compatible OpenZeppelin Governor et Aragon Token Voting.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 populariser le jeu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BSGOV + NFTs + décisions on-chain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365760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91640"/>
            <a:ext cx="36576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856232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BSGOV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77240" y="2880360"/>
            <a:ext cx="31089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M tokens max supply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 BSGOV par victoire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1000 BSGOV pour un tournoi gagné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Distribution progressive par gameplay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25112" y="1691640"/>
            <a:ext cx="365760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25112" y="1691640"/>
            <a:ext cx="365760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85623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25112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NFT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599432" y="2880360"/>
            <a:ext cx="31089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1ère victoire / 10 victoires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Couler un porte-avions en un coup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Victoire sans bateau perdu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Tradables sur OpenSea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47304" y="1691640"/>
            <a:ext cx="365760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47304" y="1691640"/>
            <a:ext cx="365760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1856232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47304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on-chain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421624" y="2880360"/>
            <a:ext cx="31089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Nouveaux badges (vote)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Tournois avec prize pool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Frais (% des stakes → trésor)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(variantes de jeu)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4B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Exemple de proposition : </a:t>
            </a:r>
            <a:pPr indent="0" marL="0">
              <a:buNone/>
            </a:pPr>
            <a:r>
              <a:rPr lang="en-US" sz="1200" i="1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« Lancer le tournoi mensuel — allouer 5000 BSGOV + 0.5 ETH du trésor au top 10 du mois. »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06424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 que nous avons construit et démontré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56616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874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Smart-contracts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livrés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0" y="1691640"/>
            <a:ext cx="3566160" cy="2286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874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9000" dirty="0"/>
          </a:p>
        </p:txBody>
      </p:sp>
      <p:sp>
        <p:nvSpPr>
          <p:cNvPr id="11" name="Text 8"/>
          <p:cNvSpPr/>
          <p:nvPr/>
        </p:nvSpPr>
        <p:spPr>
          <a:xfrm>
            <a:off x="4572000" y="3154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passants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503920" y="1691640"/>
            <a:ext cx="3566160" cy="22860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1874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9000" dirty="0"/>
          </a:p>
        </p:txBody>
      </p:sp>
      <p:sp>
        <p:nvSpPr>
          <p:cNvPr id="14" name="Text 11"/>
          <p:cNvSpPr/>
          <p:nvPr/>
        </p:nvSpPr>
        <p:spPr>
          <a:xfrm>
            <a:off x="8503920" y="3154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sécurité analysés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Points-clés du projet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40080" y="4800600"/>
            <a:ext cx="228600" cy="2286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4754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Smart-contract Battleships sécurisé avec commit-reveal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5120640"/>
            <a:ext cx="228600" cy="2286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 tests automatisés passent (déploiement, jeu, victoire, timeout, sécurité)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440680"/>
            <a:ext cx="228600" cy="2286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 de 5 vulnérabilités majeures + 5 bonnes pratiques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5760720"/>
            <a:ext cx="228600" cy="2286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Préconisations détaillées pour la sécurité du frontend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6080760"/>
            <a:ext cx="228600" cy="2286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Étude IPFS/Filecoin + maquette DAO Aragon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Battleships Blockchain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6424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7315200" cy="7315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828800"/>
            <a:ext cx="6400800" cy="64008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66360" y="1645920"/>
            <a:ext cx="1828800" cy="1828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01168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5623560" y="4846320"/>
            <a:ext cx="9144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3F2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Merci de votre attention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Démonstration possible sur demande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Battleships Blockchain</dc:title>
  <dc:subject>PptxGenJS Presentation</dc:subject>
  <dc:creator>PptxGenJS</dc:creator>
  <cp:lastModifiedBy>PptxGenJS</cp:lastModifiedBy>
  <cp:revision>1</cp:revision>
  <dcterms:created xsi:type="dcterms:W3CDTF">2026-05-26T19:01:19Z</dcterms:created>
  <dcterms:modified xsi:type="dcterms:W3CDTF">2026-05-26T19:01:19Z</dcterms:modified>
</cp:coreProperties>
</file>